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68" y="274320"/>
            <a:ext cx="10809158" cy="6080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2233"/>
                </a:solidFill>
                <a:latin typeface="Calibri"/>
              </a:rPr>
              <a:t>Source: </a:t>
            </a:r>
            <a:r>
              <a:rPr sz="1100" b="0" i="1">
                <a:solidFill>
                  <a:srgbClr val="3F4B5C"/>
                </a:solidFill>
                <a:latin typeface="Calibri"/>
              </a:rPr>
              <a:t>terraform/main.tf</a:t>
            </a:r>
            <a:r>
              <a:rPr sz="1100" b="0" i="0">
                <a:solidFill>
                  <a:srgbClr val="B0B8C4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1A2233"/>
                </a:solidFill>
                <a:latin typeface="Calibri"/>
              </a:rPr>
              <a:t>Resources: </a:t>
            </a:r>
            <a:r>
              <a:rPr sz="1100" b="0" i="0">
                <a:solidFill>
                  <a:srgbClr val="3F4B5C"/>
                </a:solidFill>
                <a:latin typeface="Calibri"/>
              </a:rPr>
              <a:t>API Gateway REST  •  IAM role/policy  •  SQS main + DLQ (redrive)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